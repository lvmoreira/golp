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2eb4a7b5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2eb4a7b5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2eb4a7b5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2eb4a7b5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flipH="1" rot="10800000">
            <a:off x="0" y="-25"/>
            <a:ext cx="4383000" cy="878100"/>
          </a:xfrm>
          <a:prstGeom prst="round1Rect">
            <a:avLst>
              <a:gd fmla="val 16667" name="adj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56200" y="84275"/>
            <a:ext cx="421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Estágio GOLP:</a:t>
            </a:r>
            <a:r>
              <a:rPr lang="en-GB" sz="1800">
                <a:solidFill>
                  <a:schemeClr val="lt1"/>
                </a:solidFill>
              </a:rPr>
              <a:t> </a:t>
            </a:r>
            <a:r>
              <a:rPr i="1" lang="en-GB" sz="1800">
                <a:solidFill>
                  <a:schemeClr val="lt1"/>
                </a:solidFill>
              </a:rPr>
              <a:t>“Modelling short pulse laser-solid interaction” </a:t>
            </a:r>
            <a:endParaRPr i="1" sz="1800">
              <a:solidFill>
                <a:schemeClr val="lt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6382" y="0"/>
            <a:ext cx="3322618" cy="43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6183425" y="4205250"/>
            <a:ext cx="290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0" y="4951425"/>
            <a:ext cx="9144000" cy="1920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227150" y="1585025"/>
            <a:ext cx="4416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Objetivo:</a:t>
            </a:r>
            <a:r>
              <a:rPr lang="en-GB" sz="1800">
                <a:solidFill>
                  <a:schemeClr val="dk1"/>
                </a:solidFill>
              </a:rPr>
              <a:t> Modelar a interação do Titânio com um pulso laser de intensidade na ordem de 10e15 W/cm^2 e duração de 50fs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27150" y="2944975"/>
            <a:ext cx="4215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Ferramenta</a:t>
            </a:r>
            <a:r>
              <a:rPr b="1" lang="en-GB" sz="1800">
                <a:solidFill>
                  <a:schemeClr val="dk1"/>
                </a:solidFill>
              </a:rPr>
              <a:t>:</a:t>
            </a:r>
            <a:r>
              <a:rPr lang="en-GB" sz="1800">
                <a:solidFill>
                  <a:schemeClr val="dk1"/>
                </a:solidFill>
              </a:rPr>
              <a:t> MULTI-fs. Código em Fortran adaptado do MULTI-IFE precisamente para estudar pulsos na ordem dos femto-segundos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991388" y="4304925"/>
            <a:ext cx="409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Artigo de Referência: </a:t>
            </a:r>
            <a:r>
              <a:rPr lang="en-GB" sz="1000">
                <a:solidFill>
                  <a:schemeClr val="dk1"/>
                </a:solidFill>
              </a:rPr>
              <a:t>Detalha a base matemática do MULTI, baseado na adaptação da hidrodinâmica às interações adicionais observadas experimentalmente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2" name="Google Shape;62;p13"/>
          <p:cNvSpPr/>
          <p:nvPr/>
        </p:nvSpPr>
        <p:spPr>
          <a:xfrm flipH="1" rot="10800000">
            <a:off x="0" y="878200"/>
            <a:ext cx="3616500" cy="558000"/>
          </a:xfrm>
          <a:prstGeom prst="round1Rect">
            <a:avLst>
              <a:gd fmla="val 16667" name="adj"/>
            </a:avLst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83850" y="880150"/>
            <a:ext cx="421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Orientador: </a:t>
            </a:r>
            <a:r>
              <a:rPr b="1" lang="en-GB" sz="1200">
                <a:solidFill>
                  <a:schemeClr val="lt1"/>
                </a:solidFill>
              </a:rPr>
              <a:t>Gareth Williams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Estagiário: </a:t>
            </a:r>
            <a:r>
              <a:rPr b="1" lang="en-GB" sz="1200">
                <a:solidFill>
                  <a:schemeClr val="lt1"/>
                </a:solidFill>
              </a:rPr>
              <a:t>Lucas Moreira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64" name="Google Shape;64;p13" title="image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9786" y="4508500"/>
            <a:ext cx="985912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 flipH="1" rot="10800000">
            <a:off x="0" y="-175"/>
            <a:ext cx="4107600" cy="632700"/>
          </a:xfrm>
          <a:prstGeom prst="round1Rect">
            <a:avLst>
              <a:gd fmla="val 16667" name="adj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56200" y="84275"/>
            <a:ext cx="421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Progresso:</a:t>
            </a:r>
            <a:endParaRPr i="1" sz="1800">
              <a:solidFill>
                <a:schemeClr val="lt1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0" y="4951425"/>
            <a:ext cx="9144000" cy="1920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137875" y="693875"/>
            <a:ext cx="37692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>
                <a:solidFill>
                  <a:schemeClr val="dk1"/>
                </a:solidFill>
              </a:rPr>
              <a:t>Simulação no Deucalion para as condições apresentadas à direita (Ti - 800nm - 50fs - 1e15 W/ cm^2)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>
                <a:solidFill>
                  <a:schemeClr val="dk1"/>
                </a:solidFill>
              </a:rPr>
              <a:t>A simulação é uni-dimensional, e obtêm-se valores para a densidade, temperatura iónica, temperatura eletrónica, posição, velocidade …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>
                <a:solidFill>
                  <a:schemeClr val="dk1"/>
                </a:solidFill>
              </a:rPr>
              <a:t>Pretende-se processar e analisar os dados do ficheiro fort.11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 rotWithShape="1">
          <a:blip r:embed="rId3">
            <a:alphaModFix/>
          </a:blip>
          <a:srcRect b="0" l="0" r="20006" t="0"/>
          <a:stretch/>
        </p:blipFill>
        <p:spPr>
          <a:xfrm>
            <a:off x="4160700" y="693862"/>
            <a:ext cx="2321775" cy="336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6750" y="693863"/>
            <a:ext cx="2519175" cy="336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4160695" y="4112850"/>
            <a:ext cx="232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fort.12:</a:t>
            </a:r>
            <a:r>
              <a:rPr lang="en-GB" sz="1000">
                <a:solidFill>
                  <a:schemeClr val="dk1"/>
                </a:solidFill>
              </a:rPr>
              <a:t> Parâmetros da simulação</a:t>
            </a:r>
            <a:r>
              <a:rPr b="1" lang="en-GB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613407" y="4112850"/>
            <a:ext cx="232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fort.11:</a:t>
            </a:r>
            <a:r>
              <a:rPr lang="en-GB" sz="1000">
                <a:solidFill>
                  <a:schemeClr val="dk1"/>
                </a:solidFill>
              </a:rPr>
              <a:t> Output da simulação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 flipH="1" rot="10800000">
            <a:off x="0" y="-175"/>
            <a:ext cx="4107600" cy="632700"/>
          </a:xfrm>
          <a:prstGeom prst="round1Rect">
            <a:avLst>
              <a:gd fmla="val 16667" name="adj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56200" y="84275"/>
            <a:ext cx="421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Progresso:</a:t>
            </a:r>
            <a:endParaRPr i="1" sz="1800">
              <a:solidFill>
                <a:schemeClr val="lt1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0" y="4951425"/>
            <a:ext cx="9144000" cy="1920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198975" y="1051050"/>
            <a:ext cx="37692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>
                <a:solidFill>
                  <a:schemeClr val="dk1"/>
                </a:solidFill>
              </a:rPr>
              <a:t>Visualização dos resultados obtidos a partir de um script em python (matplotlib e numpy)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>
                <a:solidFill>
                  <a:schemeClr val="dk1"/>
                </a:solidFill>
              </a:rPr>
              <a:t>Comparação com os dados de simulações com códigos alternativos (Med103)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>
                <a:solidFill>
                  <a:schemeClr val="dk1"/>
                </a:solidFill>
              </a:rPr>
              <a:t>Comparação com os dados experimentais e constatar exatidão do MULTI-fs para Titânio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2850" y="60037"/>
            <a:ext cx="2501259" cy="184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4100" y="80400"/>
            <a:ext cx="2465785" cy="180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2237" y="1837150"/>
            <a:ext cx="2338574" cy="170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4759" y="1991824"/>
            <a:ext cx="2076867" cy="276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 title="density_evolution(1)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08575" y="3544700"/>
            <a:ext cx="2425901" cy="159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